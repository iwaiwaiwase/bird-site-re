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6" d="100"/>
          <a:sy n="86" d="100"/>
        </p:scale>
        <p:origin x="133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公佑 岩瀬" userId="0cfc74c0a86ff0d4" providerId="LiveId" clId="{7013677E-84BF-4BBD-B719-B565949FE887}"/>
    <pc:docChg chg="undo custSel addSld modSld">
      <pc:chgData name="公佑 岩瀬" userId="0cfc74c0a86ff0d4" providerId="LiveId" clId="{7013677E-84BF-4BBD-B719-B565949FE887}" dt="2026-04-23T03:04:59.795" v="71" actId="20577"/>
      <pc:docMkLst>
        <pc:docMk/>
      </pc:docMkLst>
      <pc:sldChg chg="delSp modSp new mod">
        <pc:chgData name="公佑 岩瀬" userId="0cfc74c0a86ff0d4" providerId="LiveId" clId="{7013677E-84BF-4BBD-B719-B565949FE887}" dt="2026-04-23T03:04:59.795" v="71" actId="20577"/>
        <pc:sldMkLst>
          <pc:docMk/>
          <pc:sldMk cId="3325403297" sldId="258"/>
        </pc:sldMkLst>
        <pc:spChg chg="del">
          <ac:chgData name="公佑 岩瀬" userId="0cfc74c0a86ff0d4" providerId="LiveId" clId="{7013677E-84BF-4BBD-B719-B565949FE887}" dt="2026-04-23T03:03:14.963" v="3" actId="478"/>
          <ac:spMkLst>
            <pc:docMk/>
            <pc:sldMk cId="3325403297" sldId="258"/>
            <ac:spMk id="2" creationId="{9C98AE1B-3B91-0E20-549F-A73AB69203E8}"/>
          </ac:spMkLst>
        </pc:spChg>
        <pc:spChg chg="mod">
          <ac:chgData name="公佑 岩瀬" userId="0cfc74c0a86ff0d4" providerId="LiveId" clId="{7013677E-84BF-4BBD-B719-B565949FE887}" dt="2026-04-23T03:04:59.795" v="71" actId="20577"/>
          <ac:spMkLst>
            <pc:docMk/>
            <pc:sldMk cId="3325403297" sldId="258"/>
            <ac:spMk id="3" creationId="{28754D6C-322D-3948-38E8-28FE72478DD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45081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00741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05769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10891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2966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78434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7389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9920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6389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452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1384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BD5874-81E0-467A-A9D8-5914A7A76144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5691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8F8A12-E350-AF2F-EFFD-411D73A67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888" y="118869"/>
            <a:ext cx="7886700" cy="562168"/>
          </a:xfrm>
        </p:spPr>
        <p:txBody>
          <a:bodyPr>
            <a:normAutofit/>
          </a:bodyPr>
          <a:lstStyle/>
          <a:p>
            <a:r>
              <a:rPr kumimoji="1" lang="ja-JP" altLang="en-US" sz="20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更新方法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3762F15-F0BB-09BE-7B75-5DA45BE454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788" y="813571"/>
            <a:ext cx="7886700" cy="4351338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kumimoji="1"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写真を下記フォルダに格納</a:t>
            </a:r>
            <a:endParaRPr kumimoji="1"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　　写真名：名前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_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番号（種類ごとに通し番号）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_YYYYMMDD_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場所</a:t>
            </a:r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　　格納場所：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C:\Users\iwase\OneDrive\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デスクトップ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\bird-site\public\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写真保管フォルダ</a:t>
            </a:r>
            <a:endParaRPr kumimoji="1"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kumimoji="1"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Excel</a:t>
            </a:r>
            <a:r>
              <a:rPr kumimoji="1"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ファイルに行を追加し、新しいデータを登録</a:t>
            </a:r>
            <a:endParaRPr kumimoji="1"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　　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写真データのセルへの記載方法：</a:t>
            </a:r>
            <a:r>
              <a:rPr lang="en-US" altLang="ja-JP" sz="1400" dirty="0"/>
              <a:t>/</a:t>
            </a:r>
            <a:r>
              <a:rPr lang="ja-JP" altLang="en-US" sz="1400" dirty="0"/>
              <a:t>写真保管フォルダ</a:t>
            </a:r>
            <a:r>
              <a:rPr lang="en-US" altLang="ja-JP" sz="1400" dirty="0"/>
              <a:t>/</a:t>
            </a:r>
            <a:r>
              <a:rPr lang="ja-JP" altLang="en-US" sz="1400" dirty="0"/>
              <a:t>写真名</a:t>
            </a:r>
            <a:r>
              <a:rPr lang="en-US" altLang="ja-JP" sz="1400" dirty="0"/>
              <a:t>.jpg</a:t>
            </a:r>
            <a:endParaRPr kumimoji="1" lang="ja-JP" alt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910191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754D6C-322D-3948-38E8-28FE72478D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032" y="218766"/>
            <a:ext cx="7886700" cy="4351338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ja-JP" altLang="en-US" b="1" dirty="0"/>
              <a:t>🌐 公開</a:t>
            </a:r>
            <a:r>
              <a:rPr lang="en-US" altLang="ja-JP" b="1" dirty="0"/>
              <a:t>URL</a:t>
            </a:r>
            <a:r>
              <a:rPr lang="ja-JP" altLang="en-US" b="1" dirty="0"/>
              <a:t>について　</a:t>
            </a:r>
            <a:r>
              <a:rPr lang="ja-JP" altLang="en-US" dirty="0"/>
              <a:t>あなたの</a:t>
            </a:r>
            <a:r>
              <a:rPr lang="en-US" altLang="ja-JP" dirty="0"/>
              <a:t>URL</a:t>
            </a:r>
            <a:r>
              <a:rPr lang="ja-JP" altLang="en-US" dirty="0"/>
              <a:t>👇　</a:t>
            </a:r>
            <a:r>
              <a:rPr lang="en-US" altLang="ja-JP" dirty="0"/>
              <a:t>https://bird-site-re.pages.dev/</a:t>
            </a:r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r>
              <a:rPr lang="ja-JP" altLang="en-US" b="1" dirty="0"/>
              <a:t>🔄 今後の更新方法（超重要）</a:t>
            </a:r>
          </a:p>
          <a:p>
            <a:pPr marL="0" indent="0">
              <a:buNone/>
            </a:pPr>
            <a:r>
              <a:rPr lang="ja-JP" altLang="en-US" dirty="0"/>
              <a:t>あなたの構成は👉 </a:t>
            </a:r>
            <a:r>
              <a:rPr lang="en-US" altLang="ja-JP" dirty="0"/>
              <a:t>CSV → </a:t>
            </a:r>
            <a:r>
              <a:rPr lang="ja-JP" altLang="en-US" dirty="0"/>
              <a:t>サイトに反映なので、運用はめちゃくちゃ簡単です。</a:t>
            </a:r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r>
              <a:rPr lang="ja-JP" altLang="en-US" b="1" dirty="0"/>
              <a:t>🧭 更新の流れ（これだけ覚えれば</a:t>
            </a:r>
            <a:r>
              <a:rPr lang="en-US" altLang="ja-JP" b="1" dirty="0"/>
              <a:t>OK</a:t>
            </a:r>
            <a:r>
              <a:rPr lang="ja-JP" altLang="en-US" b="1" dirty="0"/>
              <a:t>）</a:t>
            </a:r>
          </a:p>
          <a:p>
            <a:pPr marL="0" indent="0">
              <a:buNone/>
            </a:pPr>
            <a:r>
              <a:rPr lang="ja-JP" altLang="en-US" b="1" dirty="0"/>
              <a:t>① </a:t>
            </a:r>
            <a:r>
              <a:rPr lang="en-US" altLang="ja-JP" b="1" dirty="0"/>
              <a:t>CSV</a:t>
            </a:r>
            <a:r>
              <a:rPr lang="ja-JP" altLang="en-US" b="1" dirty="0"/>
              <a:t>を編集</a:t>
            </a:r>
          </a:p>
          <a:p>
            <a:pPr marL="0" indent="0">
              <a:buNone/>
            </a:pPr>
            <a:r>
              <a:rPr lang="ja-JP" altLang="en-US" dirty="0"/>
              <a:t>場所👇</a:t>
            </a:r>
          </a:p>
          <a:p>
            <a:pPr marL="0" indent="0">
              <a:buNone/>
            </a:pPr>
            <a:r>
              <a:rPr lang="en-US" altLang="ja-JP" dirty="0"/>
              <a:t>C:\Users\iwase\OneDrive\</a:t>
            </a:r>
            <a:r>
              <a:rPr lang="ja-JP" altLang="en-US" dirty="0"/>
              <a:t>デスクトップ</a:t>
            </a:r>
            <a:r>
              <a:rPr lang="en-US" altLang="ja-JP" dirty="0"/>
              <a:t>\bird-site\</a:t>
            </a:r>
            <a:r>
              <a:rPr lang="ja-JP" altLang="en-US" dirty="0"/>
              <a:t>データ更新用</a:t>
            </a:r>
            <a:r>
              <a:rPr lang="en-US" altLang="ja-JP" dirty="0"/>
              <a:t>\</a:t>
            </a:r>
            <a:r>
              <a:rPr lang="ja-JP" altLang="en-US" dirty="0"/>
              <a:t>野鳥データ（岩瀬）</a:t>
            </a:r>
            <a:r>
              <a:rPr lang="en-US" altLang="ja-JP" dirty="0"/>
              <a:t>.csv</a:t>
            </a:r>
          </a:p>
          <a:p>
            <a:pPr marL="0" indent="0">
              <a:buNone/>
            </a:pPr>
            <a:r>
              <a:rPr lang="ja-JP" altLang="en-US" dirty="0"/>
              <a:t>👉 </a:t>
            </a:r>
            <a:r>
              <a:rPr lang="en-US" altLang="ja-JP" dirty="0"/>
              <a:t>Excel</a:t>
            </a:r>
            <a:r>
              <a:rPr lang="ja-JP" altLang="en-US" dirty="0"/>
              <a:t>で開いて編集</a:t>
            </a:r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r>
              <a:rPr lang="ja-JP" altLang="en-US" b="1" dirty="0"/>
              <a:t>② 保存</a:t>
            </a:r>
          </a:p>
          <a:p>
            <a:pPr marL="0" indent="0">
              <a:buNone/>
            </a:pPr>
            <a:r>
              <a:rPr lang="ja-JP" altLang="en-US" dirty="0"/>
              <a:t>そのまま上書き保存</a:t>
            </a:r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r>
              <a:rPr lang="ja-JP" altLang="en-US" b="1" dirty="0"/>
              <a:t>③ </a:t>
            </a:r>
            <a:r>
              <a:rPr lang="en-US" altLang="ja-JP" b="1" dirty="0"/>
              <a:t>GitHub</a:t>
            </a:r>
            <a:r>
              <a:rPr lang="ja-JP" altLang="en-US" b="1" dirty="0"/>
              <a:t>に反映</a:t>
            </a:r>
          </a:p>
          <a:p>
            <a:pPr marL="0" indent="0">
              <a:buNone/>
            </a:pPr>
            <a:r>
              <a:rPr lang="en-US" altLang="ja-JP" dirty="0"/>
              <a:t>VS Code </a:t>
            </a:r>
            <a:r>
              <a:rPr lang="ja-JP" altLang="en-US" dirty="0"/>
              <a:t>のターミナルで👇</a:t>
            </a:r>
          </a:p>
          <a:p>
            <a:pPr marL="0" indent="0">
              <a:buNone/>
            </a:pPr>
            <a:r>
              <a:rPr lang="en-US" altLang="ja-JP" dirty="0"/>
              <a:t>git add .</a:t>
            </a:r>
            <a:br>
              <a:rPr lang="en-US" altLang="ja-JP" dirty="0"/>
            </a:br>
            <a:r>
              <a:rPr lang="en-US" altLang="ja-JP" dirty="0"/>
              <a:t>git commit -m "</a:t>
            </a:r>
            <a:r>
              <a:rPr lang="ja-JP" altLang="en-US" dirty="0"/>
              <a:t>データ更新</a:t>
            </a:r>
            <a:r>
              <a:rPr lang="en-US" altLang="ja-JP" dirty="0"/>
              <a:t>"</a:t>
            </a:r>
            <a:br>
              <a:rPr lang="en-US" altLang="ja-JP" dirty="0"/>
            </a:br>
            <a:r>
              <a:rPr lang="en-US" altLang="ja-JP" dirty="0"/>
              <a:t>git push</a:t>
            </a:r>
          </a:p>
          <a:p>
            <a:pPr marL="0" indent="0">
              <a:buNone/>
            </a:pPr>
            <a:br>
              <a:rPr lang="ja-JP" altLang="en-US" dirty="0"/>
            </a:br>
            <a:r>
              <a:rPr lang="ja-JP" altLang="en-US" b="1" dirty="0"/>
              <a:t>④ 自動で反映</a:t>
            </a:r>
          </a:p>
          <a:p>
            <a:pPr marL="0" indent="0">
              <a:buNone/>
            </a:pPr>
            <a:r>
              <a:rPr lang="ja-JP" altLang="en-US" dirty="0"/>
              <a:t>👉 </a:t>
            </a:r>
            <a:r>
              <a:rPr lang="en-US" altLang="ja-JP" dirty="0"/>
              <a:t>Cloudflare</a:t>
            </a:r>
            <a:r>
              <a:rPr lang="ja-JP" altLang="en-US" dirty="0"/>
              <a:t>が自動で</a:t>
            </a:r>
          </a:p>
          <a:p>
            <a:pPr marL="0" indent="0">
              <a:buNone/>
            </a:pPr>
            <a:r>
              <a:rPr lang="en-US" altLang="ja-JP" dirty="0"/>
              <a:t>build </a:t>
            </a:r>
          </a:p>
          <a:p>
            <a:pPr marL="0" indent="0">
              <a:buNone/>
            </a:pPr>
            <a:r>
              <a:rPr lang="en-US" altLang="ja-JP" dirty="0"/>
              <a:t>deploy </a:t>
            </a:r>
          </a:p>
          <a:p>
            <a:pPr marL="0" indent="0">
              <a:buNone/>
            </a:pPr>
            <a:r>
              <a:rPr lang="ja-JP" altLang="en-US" dirty="0"/>
              <a:t>を実行</a:t>
            </a:r>
          </a:p>
          <a:p>
            <a:pPr marL="0" indent="0">
              <a:buNone/>
            </a:pPr>
            <a:br>
              <a:rPr lang="ja-JP" altLang="en-US" dirty="0"/>
            </a:br>
            <a:r>
              <a:rPr lang="ja-JP" altLang="en-US" b="1" dirty="0"/>
              <a:t>⑤ 数十秒</a:t>
            </a:r>
            <a:r>
              <a:rPr lang="en-US" altLang="ja-JP" b="1" dirty="0"/>
              <a:t>〜1</a:t>
            </a:r>
            <a:r>
              <a:rPr lang="ja-JP" altLang="en-US" b="1" dirty="0"/>
              <a:t>分でサイト更新</a:t>
            </a:r>
          </a:p>
          <a:p>
            <a:pPr marL="0" indent="0">
              <a:buNone/>
            </a:pPr>
            <a:r>
              <a:rPr lang="ja-JP" altLang="en-US" dirty="0"/>
              <a:t>👉 </a:t>
            </a:r>
            <a:r>
              <a:rPr lang="en-US" altLang="ja-JP" dirty="0"/>
              <a:t>URL</a:t>
            </a:r>
            <a:r>
              <a:rPr lang="ja-JP" altLang="en-US" dirty="0"/>
              <a:t>を開き直せば最新状態</a:t>
            </a:r>
            <a:br>
              <a:rPr lang="ja-JP" altLang="en-US" dirty="0"/>
            </a:br>
            <a:endParaRPr lang="ja-JP" altLang="en-US" dirty="0"/>
          </a:p>
          <a:p>
            <a:r>
              <a:rPr lang="ja-JP" altLang="en-US" b="1" dirty="0"/>
              <a:t>⚡ つまり</a:t>
            </a:r>
          </a:p>
          <a:p>
            <a:r>
              <a:rPr lang="ja-JP" altLang="en-US" dirty="0"/>
              <a:t>👉 </a:t>
            </a:r>
            <a:r>
              <a:rPr lang="en-US" altLang="ja-JP" b="1" dirty="0"/>
              <a:t>CSV</a:t>
            </a:r>
            <a:r>
              <a:rPr lang="ja-JP" altLang="en-US" b="1" dirty="0"/>
              <a:t>更新 → </a:t>
            </a:r>
            <a:r>
              <a:rPr lang="en-US" altLang="ja-JP" b="1" dirty="0"/>
              <a:t>push</a:t>
            </a:r>
            <a:r>
              <a:rPr lang="ja-JP" altLang="en-US" b="1" dirty="0"/>
              <a:t>するだけでサイト更新</a:t>
            </a:r>
            <a:endParaRPr lang="ja-JP" altLang="en-US" dirty="0"/>
          </a:p>
          <a:p>
            <a:r>
              <a:rPr lang="ja-JP" altLang="en-US" b="1" dirty="0"/>
              <a:t>📸 写真の追加方法</a:t>
            </a:r>
          </a:p>
          <a:p>
            <a:r>
              <a:rPr lang="ja-JP" altLang="en-US" b="1" dirty="0"/>
              <a:t>保存場所</a:t>
            </a:r>
          </a:p>
          <a:p>
            <a:r>
              <a:rPr lang="en-US" altLang="ja-JP" dirty="0"/>
              <a:t>bird-site/public/images/birds/</a:t>
            </a:r>
          </a:p>
          <a:p>
            <a:r>
              <a:rPr lang="ja-JP" altLang="en-US" dirty="0"/>
              <a:t>例：</a:t>
            </a:r>
            <a:r>
              <a:rPr lang="en-US" altLang="ja-JP" dirty="0"/>
              <a:t>public/images/birds/yacho-001.jpg</a:t>
            </a:r>
            <a:br>
              <a:rPr lang="ja-JP" altLang="en-US" dirty="0"/>
            </a:br>
            <a:endParaRPr lang="ja-JP" altLang="en-US" dirty="0"/>
          </a:p>
          <a:p>
            <a:r>
              <a:rPr lang="en-US" altLang="ja-JP" b="1" dirty="0"/>
              <a:t>CSV</a:t>
            </a:r>
            <a:r>
              <a:rPr lang="ja-JP" altLang="en-US" b="1" dirty="0"/>
              <a:t>の</a:t>
            </a:r>
            <a:r>
              <a:rPr lang="en-US" altLang="ja-JP" b="1" dirty="0"/>
              <a:t>photo</a:t>
            </a:r>
            <a:r>
              <a:rPr lang="ja-JP" altLang="en-US" b="1" dirty="0"/>
              <a:t>欄</a:t>
            </a:r>
          </a:p>
          <a:p>
            <a:r>
              <a:rPr lang="en-US" altLang="ja-JP" dirty="0"/>
              <a:t>/images/birds/yacho-001.jpg</a:t>
            </a:r>
          </a:p>
          <a:p>
            <a:r>
              <a:rPr lang="ja-JP" altLang="en-US" dirty="0"/>
              <a:t>👉 これで表示される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33254032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87</TotalTime>
  <Words>280</Words>
  <Application>Microsoft Office PowerPoint</Application>
  <PresentationFormat>画面に合わせる (4:3)</PresentationFormat>
  <Paragraphs>35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8" baseType="lpstr">
      <vt:lpstr>Meiryo UI</vt:lpstr>
      <vt:lpstr>Arial</vt:lpstr>
      <vt:lpstr>Calibri</vt:lpstr>
      <vt:lpstr>Calibri Light</vt:lpstr>
      <vt:lpstr>Wingdings</vt:lpstr>
      <vt:lpstr>Office テーマ</vt:lpstr>
      <vt:lpstr>更新方法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iwase</dc:creator>
  <cp:lastModifiedBy>iwase</cp:lastModifiedBy>
  <cp:revision>1</cp:revision>
  <dcterms:created xsi:type="dcterms:W3CDTF">2026-03-21T05:49:11Z</dcterms:created>
  <dcterms:modified xsi:type="dcterms:W3CDTF">2026-04-23T03:05:08Z</dcterms:modified>
</cp:coreProperties>
</file>