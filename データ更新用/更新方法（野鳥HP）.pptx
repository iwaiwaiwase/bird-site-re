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公佑 岩瀬" userId="0cfc74c0a86ff0d4" providerId="LiveId" clId="{7013677E-84BF-4BBD-B719-B565949FE887}"/>
    <pc:docChg chg="undo custSel addSld modSld">
      <pc:chgData name="公佑 岩瀬" userId="0cfc74c0a86ff0d4" providerId="LiveId" clId="{7013677E-84BF-4BBD-B719-B565949FE887}" dt="2026-05-04T14:13:36.898" v="299" actId="20577"/>
      <pc:docMkLst>
        <pc:docMk/>
      </pc:docMkLst>
      <pc:sldChg chg="addSp delSp modSp new mod">
        <pc:chgData name="公佑 岩瀬" userId="0cfc74c0a86ff0d4" providerId="LiveId" clId="{7013677E-84BF-4BBD-B719-B565949FE887}" dt="2026-05-04T14:13:36.898" v="299" actId="20577"/>
        <pc:sldMkLst>
          <pc:docMk/>
          <pc:sldMk cId="3325403297" sldId="258"/>
        </pc:sldMkLst>
        <pc:spChg chg="add mod">
          <ac:chgData name="公佑 岩瀬" userId="0cfc74c0a86ff0d4" providerId="LiveId" clId="{7013677E-84BF-4BBD-B719-B565949FE887}" dt="2026-05-04T14:13:36.898" v="299" actId="20577"/>
          <ac:spMkLst>
            <pc:docMk/>
            <pc:sldMk cId="3325403297" sldId="258"/>
            <ac:spMk id="2" creationId="{8FF9DEF4-F7DD-7FFC-B5B0-E9013B293ACE}"/>
          </ac:spMkLst>
        </pc:spChg>
        <pc:spChg chg="mod">
          <ac:chgData name="公佑 岩瀬" userId="0cfc74c0a86ff0d4" providerId="LiveId" clId="{7013677E-84BF-4BBD-B719-B565949FE887}" dt="2026-04-23T03:04:59.795" v="71" actId="20577"/>
          <ac:spMkLst>
            <pc:docMk/>
            <pc:sldMk cId="3325403297" sldId="258"/>
            <ac:spMk id="3" creationId="{28754D6C-322D-3948-38E8-28FE72478DD5}"/>
          </ac:spMkLst>
        </pc:spChg>
        <pc:spChg chg="add mod">
          <ac:chgData name="公佑 岩瀬" userId="0cfc74c0a86ff0d4" providerId="LiveId" clId="{7013677E-84BF-4BBD-B719-B565949FE887}" dt="2026-04-23T03:26:33.846" v="73" actId="1076"/>
          <ac:spMkLst>
            <pc:docMk/>
            <pc:sldMk cId="3325403297" sldId="258"/>
            <ac:spMk id="5" creationId="{16810F8D-F250-24AE-A454-115E36AF49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450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07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0576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108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966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8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38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9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389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52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38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D5874-81E0-467A-A9D8-5914A7A76144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298C9-298A-4DC6-A604-7D6C893AC3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569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8F8A12-E350-AF2F-EFFD-411D73A67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88" y="118869"/>
            <a:ext cx="7886700" cy="562168"/>
          </a:xfrm>
        </p:spPr>
        <p:txBody>
          <a:bodyPr>
            <a:norm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更新方法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762F15-F0BB-09BE-7B75-5DA45BE45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88" y="813571"/>
            <a:ext cx="78867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写真を下記フォルダに格納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写真名：名前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_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番号（種類ごとに通し番号）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_YYYYMMDD_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場所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格納場所：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C:\Users\iwase\OneDrive\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デスクトップ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\bird-site\public\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写真保管フォルダ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Excel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ファイルに行を追加し、新しいデータを登録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写真データのセルへの記載方法：</a:t>
            </a:r>
            <a:r>
              <a:rPr lang="en-US" altLang="ja-JP" sz="1400" dirty="0"/>
              <a:t>/</a:t>
            </a:r>
            <a:r>
              <a:rPr lang="ja-JP" altLang="en-US" sz="1400" dirty="0"/>
              <a:t>写真保管フォルダ</a:t>
            </a:r>
            <a:r>
              <a:rPr lang="en-US" altLang="ja-JP" sz="1400" dirty="0"/>
              <a:t>/</a:t>
            </a:r>
            <a:r>
              <a:rPr lang="ja-JP" altLang="en-US" sz="1400" dirty="0"/>
              <a:t>写真名</a:t>
            </a:r>
            <a:r>
              <a:rPr lang="en-US" altLang="ja-JP" sz="1400" dirty="0"/>
              <a:t>.jpg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1019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754D6C-322D-3948-38E8-28FE72478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032" y="218766"/>
            <a:ext cx="78867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ja-JP" altLang="en-US" b="1" dirty="0"/>
              <a:t>🌐 公開</a:t>
            </a:r>
            <a:r>
              <a:rPr lang="en-US" altLang="ja-JP" b="1" dirty="0"/>
              <a:t>URL</a:t>
            </a:r>
            <a:r>
              <a:rPr lang="ja-JP" altLang="en-US" b="1" dirty="0"/>
              <a:t>について　</a:t>
            </a:r>
            <a:r>
              <a:rPr lang="ja-JP" altLang="en-US" dirty="0"/>
              <a:t>あなたの</a:t>
            </a:r>
            <a:r>
              <a:rPr lang="en-US" altLang="ja-JP" dirty="0"/>
              <a:t>URL</a:t>
            </a:r>
            <a:r>
              <a:rPr lang="ja-JP" altLang="en-US" dirty="0"/>
              <a:t>👇　</a:t>
            </a:r>
            <a:r>
              <a:rPr lang="en-US" altLang="ja-JP" dirty="0"/>
              <a:t>https://bird-site-re.pages.dev/</a:t>
            </a:r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🔄 今後の更新方法（超重要）</a:t>
            </a:r>
          </a:p>
          <a:p>
            <a:pPr marL="0" indent="0">
              <a:buNone/>
            </a:pPr>
            <a:r>
              <a:rPr lang="ja-JP" altLang="en-US" dirty="0"/>
              <a:t>あなたの構成は👉 </a:t>
            </a:r>
            <a:r>
              <a:rPr lang="en-US" altLang="ja-JP" dirty="0"/>
              <a:t>CSV → </a:t>
            </a:r>
            <a:r>
              <a:rPr lang="ja-JP" altLang="en-US" dirty="0"/>
              <a:t>サイトに反映なので、運用はめちゃくちゃ簡単です。</a:t>
            </a:r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🧭 更新の流れ（これだけ覚えれば</a:t>
            </a:r>
            <a:r>
              <a:rPr lang="en-US" altLang="ja-JP" b="1" dirty="0"/>
              <a:t>OK</a:t>
            </a:r>
            <a:r>
              <a:rPr lang="ja-JP" altLang="en-US" b="1" dirty="0"/>
              <a:t>）</a:t>
            </a:r>
          </a:p>
          <a:p>
            <a:pPr marL="0" indent="0">
              <a:buNone/>
            </a:pPr>
            <a:r>
              <a:rPr lang="ja-JP" altLang="en-US" b="1" dirty="0"/>
              <a:t>① </a:t>
            </a:r>
            <a:r>
              <a:rPr lang="en-US" altLang="ja-JP" b="1" dirty="0"/>
              <a:t>CSV</a:t>
            </a:r>
            <a:r>
              <a:rPr lang="ja-JP" altLang="en-US" b="1" dirty="0"/>
              <a:t>を編集</a:t>
            </a:r>
          </a:p>
          <a:p>
            <a:pPr marL="0" indent="0">
              <a:buNone/>
            </a:pPr>
            <a:r>
              <a:rPr lang="ja-JP" altLang="en-US" dirty="0"/>
              <a:t>場所👇</a:t>
            </a:r>
          </a:p>
          <a:p>
            <a:pPr marL="0" indent="0">
              <a:buNone/>
            </a:pPr>
            <a:r>
              <a:rPr lang="en-US" altLang="ja-JP" dirty="0"/>
              <a:t>C:\Users\iwase\OneDrive\</a:t>
            </a:r>
            <a:r>
              <a:rPr lang="ja-JP" altLang="en-US" dirty="0"/>
              <a:t>デスクトップ</a:t>
            </a:r>
            <a:r>
              <a:rPr lang="en-US" altLang="ja-JP" dirty="0"/>
              <a:t>\bird-site\</a:t>
            </a:r>
            <a:r>
              <a:rPr lang="ja-JP" altLang="en-US" dirty="0"/>
              <a:t>データ更新用</a:t>
            </a:r>
            <a:r>
              <a:rPr lang="en-US" altLang="ja-JP" dirty="0"/>
              <a:t>\</a:t>
            </a:r>
            <a:r>
              <a:rPr lang="ja-JP" altLang="en-US" dirty="0"/>
              <a:t>野鳥データ（岩瀬）</a:t>
            </a:r>
            <a:r>
              <a:rPr lang="en-US" altLang="ja-JP" dirty="0"/>
              <a:t>.csv</a:t>
            </a:r>
          </a:p>
          <a:p>
            <a:pPr marL="0" indent="0">
              <a:buNone/>
            </a:pPr>
            <a:r>
              <a:rPr lang="ja-JP" altLang="en-US" dirty="0"/>
              <a:t>👉 </a:t>
            </a:r>
            <a:r>
              <a:rPr lang="en-US" altLang="ja-JP" dirty="0"/>
              <a:t>Excel</a:t>
            </a:r>
            <a:r>
              <a:rPr lang="ja-JP" altLang="en-US" dirty="0"/>
              <a:t>で開いて編集</a:t>
            </a:r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② 保存</a:t>
            </a:r>
          </a:p>
          <a:p>
            <a:pPr marL="0" indent="0">
              <a:buNone/>
            </a:pPr>
            <a:r>
              <a:rPr lang="ja-JP" altLang="en-US" dirty="0"/>
              <a:t>そのまま上書き保存</a:t>
            </a:r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③ </a:t>
            </a:r>
            <a:r>
              <a:rPr lang="en-US" altLang="ja-JP" b="1" dirty="0"/>
              <a:t>GitHub</a:t>
            </a:r>
            <a:r>
              <a:rPr lang="ja-JP" altLang="en-US" b="1" dirty="0"/>
              <a:t>に反映</a:t>
            </a:r>
          </a:p>
          <a:p>
            <a:pPr marL="0" indent="0">
              <a:buNone/>
            </a:pPr>
            <a:r>
              <a:rPr lang="en-US" altLang="ja-JP" dirty="0"/>
              <a:t>VS Code </a:t>
            </a:r>
            <a:r>
              <a:rPr lang="ja-JP" altLang="en-US" dirty="0"/>
              <a:t>のターミナルで👇</a:t>
            </a:r>
          </a:p>
          <a:p>
            <a:pPr marL="0" indent="0">
              <a:buNone/>
            </a:pPr>
            <a:r>
              <a:rPr lang="en-US" altLang="ja-JP" dirty="0"/>
              <a:t>git add .</a:t>
            </a:r>
            <a:br>
              <a:rPr lang="en-US" altLang="ja-JP" dirty="0"/>
            </a:br>
            <a:r>
              <a:rPr lang="en-US" altLang="ja-JP" dirty="0"/>
              <a:t>git commit -m "</a:t>
            </a:r>
            <a:r>
              <a:rPr lang="ja-JP" altLang="en-US" dirty="0"/>
              <a:t>データ更新</a:t>
            </a:r>
            <a:r>
              <a:rPr lang="en-US" altLang="ja-JP" dirty="0"/>
              <a:t>"</a:t>
            </a:r>
            <a:br>
              <a:rPr lang="en-US" altLang="ja-JP" dirty="0"/>
            </a:br>
            <a:r>
              <a:rPr lang="en-US" altLang="ja-JP" dirty="0"/>
              <a:t>git push</a:t>
            </a:r>
          </a:p>
          <a:p>
            <a:pPr marL="0" indent="0">
              <a:buNone/>
            </a:pPr>
            <a:br>
              <a:rPr lang="ja-JP" altLang="en-US" dirty="0"/>
            </a:br>
            <a:r>
              <a:rPr lang="ja-JP" altLang="en-US" b="1" dirty="0"/>
              <a:t>④ 自動で反映</a:t>
            </a:r>
          </a:p>
          <a:p>
            <a:pPr marL="0" indent="0">
              <a:buNone/>
            </a:pPr>
            <a:r>
              <a:rPr lang="ja-JP" altLang="en-US" dirty="0"/>
              <a:t>👉 </a:t>
            </a:r>
            <a:r>
              <a:rPr lang="en-US" altLang="ja-JP" dirty="0"/>
              <a:t>Cloudflare</a:t>
            </a:r>
            <a:r>
              <a:rPr lang="ja-JP" altLang="en-US" dirty="0"/>
              <a:t>が自動で</a:t>
            </a:r>
          </a:p>
          <a:p>
            <a:pPr marL="0" indent="0">
              <a:buNone/>
            </a:pPr>
            <a:r>
              <a:rPr lang="en-US" altLang="ja-JP" dirty="0"/>
              <a:t>build </a:t>
            </a:r>
          </a:p>
          <a:p>
            <a:pPr marL="0" indent="0">
              <a:buNone/>
            </a:pPr>
            <a:r>
              <a:rPr lang="en-US" altLang="ja-JP" dirty="0"/>
              <a:t>deploy </a:t>
            </a:r>
          </a:p>
          <a:p>
            <a:pPr marL="0" indent="0">
              <a:buNone/>
            </a:pPr>
            <a:r>
              <a:rPr lang="ja-JP" altLang="en-US" dirty="0"/>
              <a:t>を実行</a:t>
            </a:r>
          </a:p>
          <a:p>
            <a:pPr marL="0" indent="0">
              <a:buNone/>
            </a:pPr>
            <a:br>
              <a:rPr lang="ja-JP" altLang="en-US" dirty="0"/>
            </a:br>
            <a:r>
              <a:rPr lang="ja-JP" altLang="en-US" b="1" dirty="0"/>
              <a:t>⑤ 数十秒</a:t>
            </a:r>
            <a:r>
              <a:rPr lang="en-US" altLang="ja-JP" b="1" dirty="0"/>
              <a:t>〜1</a:t>
            </a:r>
            <a:r>
              <a:rPr lang="ja-JP" altLang="en-US" b="1" dirty="0"/>
              <a:t>分でサイト更新</a:t>
            </a:r>
          </a:p>
          <a:p>
            <a:pPr marL="0" indent="0">
              <a:buNone/>
            </a:pPr>
            <a:r>
              <a:rPr lang="ja-JP" altLang="en-US" dirty="0"/>
              <a:t>👉 </a:t>
            </a:r>
            <a:r>
              <a:rPr lang="en-US" altLang="ja-JP" dirty="0"/>
              <a:t>URL</a:t>
            </a:r>
            <a:r>
              <a:rPr lang="ja-JP" altLang="en-US" dirty="0"/>
              <a:t>を開き直せば最新状態</a:t>
            </a:r>
            <a:br>
              <a:rPr lang="ja-JP" altLang="en-US" dirty="0"/>
            </a:br>
            <a:endParaRPr lang="ja-JP" altLang="en-US" dirty="0"/>
          </a:p>
          <a:p>
            <a:r>
              <a:rPr lang="ja-JP" altLang="en-US" b="1" dirty="0"/>
              <a:t>⚡ つまり</a:t>
            </a:r>
          </a:p>
          <a:p>
            <a:r>
              <a:rPr lang="ja-JP" altLang="en-US" dirty="0"/>
              <a:t>👉 </a:t>
            </a:r>
            <a:r>
              <a:rPr lang="en-US" altLang="ja-JP" b="1" dirty="0"/>
              <a:t>CSV</a:t>
            </a:r>
            <a:r>
              <a:rPr lang="ja-JP" altLang="en-US" b="1" dirty="0"/>
              <a:t>更新 → </a:t>
            </a:r>
            <a:r>
              <a:rPr lang="en-US" altLang="ja-JP" b="1" dirty="0"/>
              <a:t>push</a:t>
            </a:r>
            <a:r>
              <a:rPr lang="ja-JP" altLang="en-US" b="1" dirty="0"/>
              <a:t>するだけでサイト更新</a:t>
            </a:r>
            <a:endParaRPr lang="ja-JP" altLang="en-US" dirty="0"/>
          </a:p>
          <a:p>
            <a:r>
              <a:rPr lang="ja-JP" altLang="en-US" b="1" dirty="0"/>
              <a:t>📸 写真の追加方法</a:t>
            </a:r>
          </a:p>
          <a:p>
            <a:r>
              <a:rPr lang="ja-JP" altLang="en-US" b="1" dirty="0"/>
              <a:t>保存場所</a:t>
            </a:r>
          </a:p>
          <a:p>
            <a:r>
              <a:rPr lang="en-US" altLang="ja-JP" dirty="0"/>
              <a:t>bird-site/public/images/birds/</a:t>
            </a:r>
          </a:p>
          <a:p>
            <a:r>
              <a:rPr lang="ja-JP" altLang="en-US" dirty="0"/>
              <a:t>例：</a:t>
            </a:r>
            <a:r>
              <a:rPr lang="en-US" altLang="ja-JP" dirty="0"/>
              <a:t>public/images/birds/yacho-001.jpg</a:t>
            </a:r>
            <a:br>
              <a:rPr lang="ja-JP" altLang="en-US" dirty="0"/>
            </a:br>
            <a:endParaRPr lang="ja-JP" altLang="en-US" dirty="0"/>
          </a:p>
          <a:p>
            <a:r>
              <a:rPr lang="en-US" altLang="ja-JP" b="1" dirty="0"/>
              <a:t>CSV</a:t>
            </a:r>
            <a:r>
              <a:rPr lang="ja-JP" altLang="en-US" b="1" dirty="0"/>
              <a:t>の</a:t>
            </a:r>
            <a:r>
              <a:rPr lang="en-US" altLang="ja-JP" b="1" dirty="0"/>
              <a:t>photo</a:t>
            </a:r>
            <a:r>
              <a:rPr lang="ja-JP" altLang="en-US" b="1" dirty="0"/>
              <a:t>欄</a:t>
            </a:r>
          </a:p>
          <a:p>
            <a:r>
              <a:rPr lang="en-US" altLang="ja-JP" dirty="0"/>
              <a:t>/images/birds/yacho-001.jpg</a:t>
            </a:r>
          </a:p>
          <a:p>
            <a:r>
              <a:rPr lang="ja-JP" altLang="en-US" dirty="0"/>
              <a:t>👉 これで表示される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810F8D-F250-24AE-A454-115E36AF498E}"/>
              </a:ext>
            </a:extLst>
          </p:cNvPr>
          <p:cNvSpPr txBox="1"/>
          <p:nvPr/>
        </p:nvSpPr>
        <p:spPr>
          <a:xfrm>
            <a:off x="3060192" y="284541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git add .</a:t>
            </a:r>
          </a:p>
          <a:p>
            <a:r>
              <a:rPr lang="ja-JP" altLang="en-US" dirty="0"/>
              <a:t>git commit -m "データ更新"</a:t>
            </a:r>
          </a:p>
          <a:p>
            <a:r>
              <a:rPr lang="ja-JP" altLang="en-US" dirty="0"/>
              <a:t>git push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F9DEF4-F7DD-7FFC-B5B0-E9013B293ACE}"/>
              </a:ext>
            </a:extLst>
          </p:cNvPr>
          <p:cNvSpPr txBox="1"/>
          <p:nvPr/>
        </p:nvSpPr>
        <p:spPr>
          <a:xfrm>
            <a:off x="3060192" y="4108439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①</a:t>
            </a:r>
            <a:r>
              <a:rPr lang="en-US" altLang="ja-JP" dirty="0"/>
              <a:t>Visual Studio Code</a:t>
            </a:r>
          </a:p>
          <a:p>
            <a:r>
              <a:rPr lang="en-US" altLang="ja-JP" dirty="0"/>
              <a:t>Bird-site</a:t>
            </a:r>
            <a:r>
              <a:rPr lang="ja-JP" altLang="en-US" dirty="0"/>
              <a:t>上の</a:t>
            </a:r>
            <a:r>
              <a:rPr lang="en-US" altLang="ja-JP" dirty="0" err="1"/>
              <a:t>Teriminal</a:t>
            </a:r>
            <a:r>
              <a:rPr lang="ja-JP" altLang="en-US" dirty="0"/>
              <a:t>に上記指示を入力</a:t>
            </a:r>
            <a:endParaRPr lang="en-US" altLang="ja-JP" dirty="0"/>
          </a:p>
          <a:p>
            <a:r>
              <a:rPr lang="ja-JP" altLang="en-US" dirty="0"/>
              <a:t>②</a:t>
            </a:r>
            <a:r>
              <a:rPr lang="en-US" altLang="ja-JP" dirty="0"/>
              <a:t>Cloud flare</a:t>
            </a:r>
            <a:r>
              <a:rPr lang="ja-JP" altLang="en-US" dirty="0"/>
              <a:t>にログイン</a:t>
            </a:r>
            <a:endParaRPr lang="en-US" altLang="ja-JP" dirty="0"/>
          </a:p>
          <a:p>
            <a:r>
              <a:rPr lang="ja-JP" altLang="en-US" dirty="0"/>
              <a:t>（</a:t>
            </a:r>
            <a:r>
              <a:rPr lang="en-US" altLang="ja-JP" dirty="0"/>
              <a:t>Git-Hub</a:t>
            </a:r>
            <a:r>
              <a:rPr lang="ja-JP" altLang="en-US" dirty="0"/>
              <a:t>連携）</a:t>
            </a:r>
            <a:endParaRPr lang="en-US" altLang="ja-JP" dirty="0"/>
          </a:p>
          <a:p>
            <a:r>
              <a:rPr lang="ja-JP" altLang="en-US"/>
              <a:t>③ロックセトリミメモリーに反映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2540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113</TotalTime>
  <Words>319</Words>
  <Application>Microsoft Office PowerPoint</Application>
  <PresentationFormat>画面に合わせる (4:3)</PresentationFormat>
  <Paragraphs>43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Meiryo UI</vt:lpstr>
      <vt:lpstr>Arial</vt:lpstr>
      <vt:lpstr>Calibri</vt:lpstr>
      <vt:lpstr>Calibri Light</vt:lpstr>
      <vt:lpstr>Wingdings</vt:lpstr>
      <vt:lpstr>Office テーマ</vt:lpstr>
      <vt:lpstr>更新方法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iwase</dc:creator>
  <cp:lastModifiedBy>iwase</cp:lastModifiedBy>
  <cp:revision>1</cp:revision>
  <dcterms:created xsi:type="dcterms:W3CDTF">2026-03-21T05:49:11Z</dcterms:created>
  <dcterms:modified xsi:type="dcterms:W3CDTF">2026-05-04T14:13:37Z</dcterms:modified>
</cp:coreProperties>
</file>