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6" d="100"/>
          <a:sy n="86" d="100"/>
        </p:scale>
        <p:origin x="133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4508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0074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0576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1089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2966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7843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7389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992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6389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52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1384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D5874-81E0-467A-A9D8-5914A7A76144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5691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8F8A12-E350-AF2F-EFFD-411D73A67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888" y="118869"/>
            <a:ext cx="7886700" cy="562168"/>
          </a:xfrm>
        </p:spPr>
        <p:txBody>
          <a:bodyPr>
            <a:normAutofit/>
          </a:bodyPr>
          <a:lstStyle/>
          <a:p>
            <a:r>
              <a:rPr kumimoji="1" lang="ja-JP" altLang="en-US" sz="20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更新方法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3762F15-F0BB-09BE-7B75-5DA45BE45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788" y="813571"/>
            <a:ext cx="7886700" cy="435133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kumimoji="1"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写真を下記フォルダに格納</a:t>
            </a:r>
            <a:endParaRPr kumimoji="1"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　　写真名：名前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_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番号（種類ごとに通し番号）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_YYYYMMDD_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場所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　　格納場所：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C:\Users\iwase\OneDrive\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デスクトップ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\bird-site\public\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写真保管フォルダ</a:t>
            </a:r>
            <a:endParaRPr kumimoji="1"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kumimoji="1"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Excel</a:t>
            </a:r>
            <a:r>
              <a:rPr kumimoji="1"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ファイルに行を追加し、新しいデータを登録</a:t>
            </a:r>
            <a:endParaRPr kumimoji="1"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　　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写真データのセルへの記載方法：</a:t>
            </a:r>
            <a:r>
              <a:rPr lang="en-US" altLang="ja-JP" sz="1400" dirty="0"/>
              <a:t>/</a:t>
            </a:r>
            <a:r>
              <a:rPr lang="ja-JP" altLang="en-US" sz="1400" dirty="0"/>
              <a:t>写真保管フォルダ</a:t>
            </a:r>
            <a:r>
              <a:rPr lang="en-US" altLang="ja-JP" sz="1400" dirty="0"/>
              <a:t>/</a:t>
            </a:r>
            <a:r>
              <a:rPr lang="ja-JP" altLang="en-US" sz="1400" dirty="0"/>
              <a:t>写真名</a:t>
            </a:r>
            <a:r>
              <a:rPr lang="en-US" altLang="ja-JP" sz="1400" dirty="0"/>
              <a:t>.jpg</a:t>
            </a:r>
            <a:endParaRPr kumimoji="1" lang="ja-JP" alt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91019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</TotalTime>
  <Words>77</Words>
  <Application>Microsoft Office PowerPoint</Application>
  <PresentationFormat>画面に合わせる (4:3)</PresentationFormat>
  <Paragraphs>6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Meiryo UI</vt:lpstr>
      <vt:lpstr>Arial</vt:lpstr>
      <vt:lpstr>Calibri</vt:lpstr>
      <vt:lpstr>Calibri Light</vt:lpstr>
      <vt:lpstr>Wingdings</vt:lpstr>
      <vt:lpstr>Office テーマ</vt:lpstr>
      <vt:lpstr>更新方法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iwase</dc:creator>
  <cp:lastModifiedBy>iwase</cp:lastModifiedBy>
  <cp:revision>1</cp:revision>
  <dcterms:created xsi:type="dcterms:W3CDTF">2026-03-21T05:49:11Z</dcterms:created>
  <dcterms:modified xsi:type="dcterms:W3CDTF">2026-03-21T05:53:18Z</dcterms:modified>
</cp:coreProperties>
</file>